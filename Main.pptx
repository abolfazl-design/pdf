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6849112-906C-47F7-88C4-1EEB85FCD415}">
          <p14:sldIdLst>
            <p14:sldId id="25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1182-8D3E-C6D0-95A5-BE44D36CA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CE1AA-E4D9-075F-891D-F22479146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0073-7909-4389-5720-F9ABD973E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5362B-9946-DD7E-5CFC-31A4D0301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8EDD-3231-1EC1-7972-ECA59A4E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99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DE514-C05A-5E99-7187-AE1E2282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6FD3-882E-288F-D156-80DD7D020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0D68-57DA-1FB1-6756-3FC79BF9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24A73-730F-EC16-DA85-1E9A44AF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663E-1996-76B2-8946-536CA8A8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8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A5BA-C6E4-B50D-08CE-192A0C41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BCAD3-C63E-89E2-F21E-C3F137660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F77C0-969F-8F5C-6175-4FDD4F2CE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271D4-CF93-D5A2-F574-59FEF1BA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922D-D194-2094-B60C-7CE48BCF4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47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30C2-7972-968F-811A-B2E6B7BE9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4BC43-82DA-5D14-F631-38F3B48A29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175B5-1C3D-6F30-34EF-D93BE9F34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FC507-C24E-6CB1-B3C2-F092234E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8CCD1-1222-2B56-20BB-D03AB0165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68F94-BA2F-F391-033D-47783F771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9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5C24-22BC-4BCB-902D-3CD542771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9FC2E2-9043-A048-B930-1D432C634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1A0738-6078-A94C-12A7-9D46797DF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11DEFA-E6DB-E89F-0636-5B2FC2B35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CF99E-F39A-4616-E470-7F3F0C7AB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6BB006-345A-34E1-4991-2A63DFB16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EE2B22-25DC-46F2-6D26-2537C91B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E8EE6-9A27-B2D9-53E8-B9B2EE6C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3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6254-9C13-5A8F-1CFB-B6DB676B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A619A-B6A4-4F82-4F59-82E2B730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FF9C9E-BAAA-A0F0-40FA-E88A5903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E30AE-4A93-F505-83E2-4F84AA63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4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85BE1-2637-5D93-FF43-A34C6360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0109E-4CBC-1422-6D72-430239E3D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85ECB-0133-3152-9B67-92B05516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53145-1865-3A43-E072-5E05BED28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F58E-C2F5-CC1C-D83D-5DC3C3F28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E2A62-1220-95D0-0DFD-5EFB95B3B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5989A-8EDB-0425-F246-4AB83884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6A3CA-264E-277B-8376-BBBF890A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E2D81-BF6D-F44F-40ED-0ECD4F75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9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A1CD-E831-A3AD-6329-ADFD72EC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D902AA-84CB-8FD9-D3C6-6D69D3753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A18A2-3044-C2F7-B809-C515BC41A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3CA1F-D885-594D-17AC-C133F862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64CD2-007B-D8A9-D528-14813BB6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37582-B1C6-3E08-0833-0ADA2651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8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C9CB-184D-5BCA-839C-510EE659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7AE88-B5FA-E3B3-5E2E-ADA45A052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ABB18-9AB5-A53C-B42F-917EC6A7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8BCFA-7B36-9065-495D-CC73C604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ECB33-D824-1D04-3CA3-04236698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81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19FA1-B753-B552-3F6C-972518852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95F455-EBA4-EA6F-D50E-40DBF2EB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808E7-026C-1EAF-A27F-159E1C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48498-5E35-10B7-D2B4-72493EAEB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9179D-4ED1-82E9-84A6-E290FA86E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74E5D-3CEA-DF09-8CFF-5A216729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C1EBE-B363-53D8-4E33-ABB68D5C7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481B2-45EA-6A05-9AC8-4658D6371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73961-08E8-4EA7-9E9A-97DCCA5EF50E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2FA12-46C6-DE87-DC6E-3E3666FF6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7EEB0-60E7-5D97-0391-04D0607C0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A0CB3-B6AD-42D3-ADD7-2A8953889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1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7B9A1F-4136-55F9-0C89-ED2F5444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22387"/>
            <a:ext cx="10515600" cy="1780842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2400" dirty="0"/>
              <a:t>Main: getting to know the students and their interests well, starting the lesson with new vocab and grammar (lesson up to the first 3 pages)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Secondary: encourage students to talk about lesson and have an active class.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Personal: test my skills that how can I manage the class and lesson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749E-AAF6-0517-3268-F755D8B14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604" y="1903227"/>
            <a:ext cx="5157787" cy="54595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problems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5A898-ED76-618A-2F09-80D2A224A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4055212"/>
          </a:xfrm>
        </p:spPr>
        <p:txBody>
          <a:bodyPr/>
          <a:lstStyle/>
          <a:p>
            <a:r>
              <a:rPr lang="en-US" dirty="0"/>
              <a:t>Meaning: students may have problems </a:t>
            </a:r>
            <a:r>
              <a:rPr lang="en-US" dirty="0" err="1"/>
              <a:t>obout</a:t>
            </a:r>
            <a:r>
              <a:rPr lang="en-US" dirty="0"/>
              <a:t> new words.</a:t>
            </a:r>
          </a:p>
          <a:p>
            <a:r>
              <a:rPr lang="en-US" dirty="0"/>
              <a:t>Pronunciation: : students may have problems </a:t>
            </a:r>
            <a:r>
              <a:rPr lang="en-US" dirty="0" err="1"/>
              <a:t>obout</a:t>
            </a:r>
            <a:r>
              <a:rPr lang="en-US" dirty="0"/>
              <a:t> new words.</a:t>
            </a:r>
          </a:p>
          <a:p>
            <a:r>
              <a:rPr lang="en-US" dirty="0"/>
              <a:t>Uncomfortably: for the first session, they might don’t talk or have activity.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7E76A7-147A-C55C-06BB-AEA41B5F5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3610" y="1903229"/>
            <a:ext cx="5183188" cy="545949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F636F4-F0FC-2AE3-A386-4BE982C2E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4055213"/>
          </a:xfrm>
        </p:spPr>
        <p:txBody>
          <a:bodyPr/>
          <a:lstStyle/>
          <a:p>
            <a:r>
              <a:rPr lang="en-US" dirty="0"/>
              <a:t>Meaning and pronunciation: work on words before open the book, write them on board and talk about them(pre-teaching).</a:t>
            </a:r>
          </a:p>
          <a:p>
            <a:r>
              <a:rPr lang="en-US" dirty="0"/>
              <a:t>Uncomfortably: let them talk about things they want at the first and make a friendly class.</a:t>
            </a:r>
          </a:p>
        </p:txBody>
      </p:sp>
    </p:spTree>
    <p:extLst>
      <p:ext uri="{BB962C8B-B14F-4D97-AF65-F5344CB8AC3E}">
        <p14:creationId xmlns:p14="http://schemas.microsoft.com/office/powerpoint/2010/main" val="204811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Main: getting to know the students and their interests well, starting the lesson with new vocab and grammar (lesson up to the first 3 pages)  Secondary: encourage students to talk about lesson and have an active class.  Personal: test my skills that how can I manage the class and lesson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Abolfazl SA</dc:creator>
  <cp:lastModifiedBy>Abolfazl SA</cp:lastModifiedBy>
  <cp:revision>1</cp:revision>
  <dcterms:created xsi:type="dcterms:W3CDTF">2025-08-15T08:31:31Z</dcterms:created>
  <dcterms:modified xsi:type="dcterms:W3CDTF">2025-08-15T08:31:31Z</dcterms:modified>
</cp:coreProperties>
</file>